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 1] Version 1 did not provide semantic search.</a:t>
            </a:r>
            <a:endParaRPr lang="en-US" dirty="0"/>
          </a:p>
          <a:p>
            <a:r>
              <a:rPr lang="en-US" dirty="0"/>
              <a:t>[Click 2] In Version 2, the user's query first reaches the Spring Boot Search API.</a:t>
            </a:r>
            <a:endParaRPr lang="en-US" dirty="0"/>
          </a:p>
          <a:p>
            <a:r>
              <a:rPr lang="en-US" dirty="0"/>
              <a:t>[Click 3] The query is encoded by a Sentence Transformer.</a:t>
            </a:r>
            <a:endParaRPr lang="en-US" dirty="0"/>
          </a:p>
          <a:p>
            <a:r>
              <a:rPr lang="en-US" dirty="0"/>
              <a:t>[Click 4] This creates a dense query embedding.</a:t>
            </a:r>
            <a:endParaRPr lang="en-US" dirty="0"/>
          </a:p>
          <a:p>
            <a:r>
              <a:rPr lang="en-US" dirty="0"/>
              <a:t>[Click 5] FAISS compares the query vector with indexed post vectors and returns the most similar post IDs.</a:t>
            </a:r>
            <a:endParaRPr lang="en-US" dirty="0"/>
          </a:p>
          <a:p>
            <a:r>
              <a:rPr lang="en-US" dirty="0"/>
              <a:t>[Click 6] The backend retrieves complete post details from MySQL.</a:t>
            </a:r>
            <a:endParaRPr lang="en-US" dirty="0"/>
          </a:p>
          <a:p>
            <a:r>
              <a:rPr lang="en-US" dirty="0"/>
              <a:t>[Click 7] It then returns ranked results to the user.</a:t>
            </a:r>
            <a:endParaRPr lang="en-US" dirty="0"/>
          </a:p>
          <a:p>
            <a:r>
              <a:rPr lang="en-US" dirty="0"/>
              <a:t>[Click 8] If the AI service is unavailable, the backend automatically falls back to SQL keyword search.</a:t>
            </a:r>
            <a:endParaRPr lang="en-US" dirty="0"/>
          </a:p>
          <a:p>
            <a:r>
              <a:rPr lang="en-US" dirty="0"/>
              <a:t>[Click 9] This gives Version 2 semantic retrieval with a reliable fallback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Semantic Search in Unique Finds V2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From natural-language query to ranked post results</a:t>
            </a:r>
            <a:endParaRPr lang="en-US" sz="1300" dirty="0">
              <a:solidFill>
                <a:srgbClr val="64748B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514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Query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"gift for elderly"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0789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106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API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route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5381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8698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query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9973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290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8415">
            <a:solidFill>
              <a:srgbClr val="2E5BF4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vector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4565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7882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Search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post IDs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49157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474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post details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137496" y="2587752"/>
            <a:ext cx="146304" cy="274320"/>
          </a:xfrm>
          <a:prstGeom prst="chevron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70668" y="2121408"/>
            <a:ext cx="13258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  <a:effectLst>
            <a:outerShdw blurRad="12700" dist="50800" dir="2700000" algn="bl" rotWithShape="0">
              <a:srgbClr val="000000">
                <a:alpha val="11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Results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1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to user</a:t>
            </a:r>
            <a:endParaRPr lang="en-US" sz="1150" dirty="0">
              <a:solidFill>
                <a:srgbClr val="0F172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4775200"/>
            <a:ext cx="1065276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016500"/>
            <a:ext cx="10104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V1: Basic browsing only     |     V2: Semantic retrieval + SQL fallback</a:t>
            </a:r>
            <a:endParaRPr lang="en-US" sz="1700" b="1" dirty="0">
              <a:solidFill>
                <a:srgbClr val="334155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19" name="SQL Fallback"/>
          <p:cNvSpPr/>
          <p:nvPr/>
        </p:nvSpPr>
        <p:spPr>
          <a:xfrm>
            <a:off x="2298700" y="3708400"/>
            <a:ext cx="7543800" cy="685800"/>
          </a:xfrm>
          <a:prstGeom prst="roundRect">
            <a:avLst/>
          </a:prstGeom>
          <a:solidFill>
            <a:srgbClr val="FFF7E8"/>
          </a:solidFill>
          <a:ln w="19050">
            <a:solidFill>
              <a:srgbClr val="F0A43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500">
                <a:solidFill>
                  <a:srgbClr val="8A4E00"/>
                </a:solidFill>
                <a:latin typeface="Aptos" pitchFamily="34" charset="0"/>
                <a:cs typeface="Aptos" pitchFamily="34" charset="0"/>
              </a:rPr>
              <a:t>AI service unavailable  -&gt;  SQL keyword search  -&gt;  database results</a:t>
            </a:r>
            <a:endParaRPr lang="en-US" altLang="en-US" sz="1500">
              <a:solidFill>
                <a:srgbClr val="8A4E00"/>
              </a:solidFill>
              <a:latin typeface="Aptos" pitchFamily="34" charset="0"/>
              <a:cs typeface="Aptos" pitchFamily="34" charset="0"/>
            </a:endParaRPr>
          </a:p>
        </p:txBody>
      </p:sp>
      <p:sp>
        <p:nvSpPr>
          <p:cNvPr id="20" name="Fallback Label"/>
          <p:cNvSpPr txBox="1"/>
          <p:nvPr/>
        </p:nvSpPr>
        <p:spPr>
          <a:xfrm>
            <a:off x="2298700" y="3454400"/>
            <a:ext cx="2286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 b="1">
                <a:solidFill>
                  <a:srgbClr val="8A4E00"/>
                </a:solidFill>
                <a:latin typeface="Aptos" pitchFamily="34" charset="0"/>
                <a:cs typeface="Aptos" pitchFamily="34" charset="0"/>
              </a:rPr>
              <a:t>Graceful fallback path</a:t>
            </a:r>
            <a:endParaRPr lang="en-US" altLang="en-US" sz="1000" b="1">
              <a:solidFill>
                <a:srgbClr val="8A4E00"/>
              </a:solidFill>
              <a:latin typeface="Aptos" pitchFamily="34" charset="0"/>
              <a:cs typeface="Apto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4" grpId="1" animBg="1"/>
      <p:bldP spid="6" grpId="1" animBg="1"/>
      <p:bldP spid="8" grpId="1" animBg="1"/>
      <p:bldP spid="10" grpId="1" animBg="1"/>
      <p:bldP spid="12" grpId="1" animBg="1"/>
      <p:bldP spid="14" grpId="1" animBg="1"/>
      <p:bldP spid="16" grpId="1" animBg="1"/>
      <p:bldP spid="20" grpId="0"/>
      <p:bldP spid="19" grpId="0" animBg="1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WPS 演示</Application>
  <PresentationFormat>On-screen Show (16:9)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Aptos</vt:lpstr>
      <vt:lpstr>Aptos</vt:lpstr>
      <vt:lpstr>Aptos</vt:lpstr>
      <vt:lpstr>Segoe UI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Semantic Search in Unique Finds V2</dc:title>
  <dc:creator>OpenAI</dc:creator>
  <dc:subject>AI Semantic Search in Unique Finds V2</dc:subject>
  <cp:lastModifiedBy>诸凯杰</cp:lastModifiedBy>
  <cp:revision>3</cp:revision>
  <dcterms:created xsi:type="dcterms:W3CDTF">2026-06-09T12:05:00Z</dcterms:created>
  <dcterms:modified xsi:type="dcterms:W3CDTF">2026-06-09T12:21:01Z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9063FEFCD82546E8AF4D37467E1E0FDF_12</vt:lpwstr>
  </property>
  <property fmtid="{D5CDD505-2E9C-101B-9397-08002B2CF9AE}" pid="3" name="KSOProductBuildVer">
    <vt:lpwstr>2052-12.1.0.26375</vt:lpwstr>
  </property>
</Properties>
</file>